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Thought‑to‑Workflow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File (Overview &amp;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AI system that converts natural thoughts into structured workflows.</a:t>
            </a:r>
          </a:p>
          <a:p/>
          <a:p>
            <a:r>
              <a:t>• Helps users convert ideas into step-by-step tasks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struggle to convert loose ideas into actionable plans.</a:t>
            </a:r>
          </a:p>
          <a:p/>
          <a:p>
            <a:r>
              <a:t>• Manual workflow creation is slow and error‑prone.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listens to user’s thought (text/voice input).</a:t>
            </a:r>
          </a:p>
          <a:p/>
          <a:p>
            <a:r>
              <a:t>• System analyzes intent, breaks down tasks, and generates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Layer: Text/voice capture.</a:t>
            </a:r>
          </a:p>
          <a:p/>
          <a:p>
            <a:r>
              <a:t>• NLP Engine: Intent extraction.</a:t>
            </a:r>
            <a:br/>
          </a:p>
          <a:p>
            <a:r>
              <a:t>• Workflow Engine: Task generation and sequencing.</a:t>
            </a:r>
            <a:br/>
          </a:p>
          <a:p>
            <a:r>
              <a:t>• Output Layer: Visual or text‑based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Python, LangChain, OpenAI API</a:t>
            </a:r>
          </a:p>
          <a:p/>
          <a:p>
            <a:r>
              <a:t>• Speech‑to‑Text (Whisper)</a:t>
            </a:r>
            <a:br/>
          </a:p>
          <a:p>
            <a:r>
              <a:t>• Workflow Engine (Custom rules + AI)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Output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Thought: “Mujhe YouTube channel start karna hai.”</a:t>
            </a:r>
          </a:p>
          <a:p/>
          <a:p>
            <a:r>
              <a:t>• Workflow Output: Idea → Niche → Script → Shoot → Edit → Upload.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Brain‑signal inputs (EEG)</a:t>
            </a:r>
          </a:p>
          <a:p/>
          <a:p>
            <a:r>
              <a:t>• Auto‑task execution</a:t>
            </a:r>
            <a:br/>
          </a:p>
          <a:p>
            <a:r>
              <a:t>• Team collaboration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